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AUTO AI SOFTWARE DIAGRAMS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0F0"/>
                </a:solidFill>
              </a:rPr>
              <a:t>Using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Final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2F2F2"/>
                </a:solidFill>
              </a:rPr>
              <a:t>International Research Conference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0F0"/>
                </a:solidFill>
              </a:rPr>
              <a:t>Duration: 10–15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0F0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47472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47472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Related Work &amp; Research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47472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347472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661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Implementation &amp;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474720"/>
            <a:ext cx="3474720" cy="1554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5661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 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A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62626"/>
                </a:solidFill>
              </a:rPr>
              <a:t>• Software projects accumulate undocumented code as teams scale</a:t>
            </a:r>
          </a:p>
          <a:p>
            <a:pPr/>
            <a:r>
              <a:rPr sz="1400" b="0">
                <a:solidFill>
                  <a:srgbClr val="262626"/>
                </a:solidFill>
              </a:rPr>
              <a:t>• Architecture diagrams created manually → quickly become stale</a:t>
            </a:r>
          </a:p>
          <a:p>
            <a:pPr/>
            <a:r>
              <a:rPr sz="1400" b="0">
                <a:solidFill>
                  <a:srgbClr val="262626"/>
                </a:solidFill>
              </a:rPr>
              <a:t>• No CI/CD mechanism for automated diagram generation</a:t>
            </a:r>
          </a:p>
          <a:p>
            <a:pPr/>
            <a:r>
              <a:rPr sz="1400" b="0">
                <a:solidFill>
                  <a:srgbClr val="262626"/>
                </a:solidFill>
              </a:rPr>
              <a:t>• Onboarding new developers is slow without visual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A"/>
                </a:solidFill>
              </a:rPr>
              <a:t>Research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262626"/>
                </a:solidFill>
              </a:rPr>
              <a:t>• LLMs produce inconsistent PlantUML syntax across providers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No ground-truth metric for diagram quality without human review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Idle API streams hang pipelines indefinitely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77840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FFFFFF"/>
                </a:solidFill>
              </a:rPr>
              <a:t>• 40–60 % of dev time spent reading existing code</a:t>
            </a:r>
          </a:p>
          <a:p>
            <a:pPr/>
            <a:r>
              <a:rPr sz="1400" b="0">
                <a:solidFill>
                  <a:srgbClr val="262626"/>
                </a:solidFill>
              </a:rPr>
              <a:t>• Missing diagrams increase defect rates and rework costs</a:t>
            </a:r>
          </a:p>
          <a:p>
            <a:pPr/>
            <a:r>
              <a:rPr sz="1400" b="0">
                <a:solidFill>
                  <a:srgbClr val="262626"/>
                </a:solidFill>
              </a:rPr>
              <a:t>• Manual docs are never updated post-release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577840" cy="246888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</a:rPr>
              <a:t>Our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976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Automate the generation, ranking, and validation of architecture diagrams directly from source code — with zero human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 Related Work &amp;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Existing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262626"/>
                </a:solidFill>
              </a:rPr>
              <a:t>• Static analysis (Doxygen, PlantUML)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Require manual annotations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No natural-language understanding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Single-LLM generation (GPT-4 studies)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No cross-validation or quality ranking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Code summarisation systems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Textual output only — no UML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50292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99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262626"/>
                </a:solidFill>
              </a:rPr>
              <a:t>• Single provider fails silently on hallucinated syntax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No round-trip accuracy measurement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No git-hook / CI integration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Cannot handle partial / idle stream responses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5029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99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Our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262626"/>
                </a:solidFill>
              </a:rPr>
              <a:t>• 5-provider parallel generation + LLM judge ranking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Round-trip: diagram → reconstruct → compare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AbortController timeout → zero hanging pipeline</a:t>
            </a:r>
          </a:p>
          <a:p>
            <a:pPr/>
            <a:r>
              <a:rPr sz="1300" b="0">
                <a:solidFill>
                  <a:srgbClr val="262626"/>
                </a:solidFill>
              </a:rPr>
              <a:t>• Drop-in CI/CD hook for post-push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0F0"/>
                </a:solidFill>
              </a:rPr>
              <a:t>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
Source
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Detect language
Extract classes
&amp;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57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
Prompt
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Structured persona
Step-by-step
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57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
Parallel
LLM 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5 providers
fan-out
simultaneously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57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
Judge &amp;
Rank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LLM judge
+ heuristic
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57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
Reconstruct
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Winning diagram
→ LLM rebuilds
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57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1463040"/>
            <a:ext cx="1645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15544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
Accuracy
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3291840"/>
            <a:ext cx="16459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337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</a:rPr>
              <a:t>5-component
weighted
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57A"/>
                </a:solidFill>
              </a:rPr>
              <a:t>LLM Providers: DeepSeek  •  Anthropic Claude  •  Google Gemini  •  Mistral  •  Groq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Reliability: Each provider fetch uses AbortController (120 s timeout) + 1 retry → idle streams never block the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 Implementation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0F0"/>
                </a:solidFill>
              </a:rPr>
              <a:t>Tools, Technologies &amp;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A"/>
                </a:solidFill>
              </a:rPr>
              <a:t>Tools &amp;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262626"/>
                </a:solidFill>
              </a:rPr>
              <a:t>• Node.js 20+ with ES Modules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Zero production dependencies</a:t>
            </a:r>
          </a:p>
          <a:p>
            <a:pPr/>
            <a:r>
              <a:rPr sz="1300" b="1">
                <a:solidFill>
                  <a:srgbClr val="262626"/>
                </a:solidFill>
              </a:rPr>
              <a:t>• PlantUML via plantuml.com renderer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Sequence &amp; class diagram output</a:t>
            </a:r>
          </a:p>
          <a:p>
            <a:pPr/>
            <a:r>
              <a:rPr sz="1300" b="1">
                <a:solidFill>
                  <a:srgbClr val="262626"/>
                </a:solidFill>
              </a:rPr>
              <a:t>• Native fetch() + AbortController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Timeout + retry per provider</a:t>
            </a:r>
          </a:p>
          <a:p>
            <a:pPr/>
            <a:r>
              <a:rPr sz="1300" b="1">
                <a:solidFill>
                  <a:srgbClr val="262626"/>
                </a:solidFill>
              </a:rPr>
              <a:t>• Regex-based language detection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JS, TS, Python, Java, C#, Ruby, Go</a:t>
            </a:r>
          </a:p>
          <a:p>
            <a:pPr/>
            <a:r>
              <a:rPr sz="1300" b="1">
                <a:solidFill>
                  <a:srgbClr val="262626"/>
                </a:solidFill>
              </a:rPr>
              <a:t>• Git hook entry point (hook-entry.js)</a:t>
            </a:r>
          </a:p>
          <a:p>
            <a:pPr lvl="1"/>
            <a:r>
              <a:rPr sz="1300" b="0">
                <a:solidFill>
                  <a:srgbClr val="262626"/>
                </a:solidFill>
              </a:rPr>
              <a:t>  ◦ Post-push CI/CD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57A"/>
                </a:solidFill>
              </a:rPr>
              <a:t>Accuracy Metric (5 components)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65960"/>
            <a:ext cx="2103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965960"/>
            <a:ext cx="731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9339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965960"/>
            <a:ext cx="24688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9339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350008"/>
            <a:ext cx="21031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350008"/>
            <a:ext cx="731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350008"/>
            <a:ext cx="2468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423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A"/>
                </a:solidFill>
              </a:rPr>
              <a:t>AST Shape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423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Keyword deltas (if/for/class…)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008376"/>
            <a:ext cx="2103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3008376"/>
            <a:ext cx="731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3008376"/>
            <a:ext cx="2468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0815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A"/>
                </a:solidFill>
              </a:rPr>
              <a:t>Token Jaccard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0815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Token-level set similarity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66744"/>
            <a:ext cx="21031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3666744"/>
            <a:ext cx="731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666744"/>
            <a:ext cx="2468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7398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A"/>
                </a:solidFill>
              </a:rPr>
              <a:t>Line Diff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73989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7398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Exact line overlap ratio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25112"/>
            <a:ext cx="2103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4325112"/>
            <a:ext cx="7315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0" y="4325112"/>
            <a:ext cx="2468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3982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A"/>
                </a:solidFill>
              </a:rPr>
              <a:t>Semantic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39826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39826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LLM equivalence judgment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983479"/>
            <a:ext cx="21031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4983479"/>
            <a:ext cx="7315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4983479"/>
            <a:ext cx="2468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05663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57A"/>
                </a:solidFill>
              </a:rPr>
              <a:t>Structural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50566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50566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Function name overlap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 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0F0"/>
                </a:solidFill>
              </a:rPr>
              <a:t>Evaluation &amp; Comparison with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3949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Winner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57A"/>
                </a:solidFill>
              </a:rPr>
              <a:t>80 – 92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</a:rPr>
              <a:t>LLM judge score for best provider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3949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Round-trip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57A"/>
                </a:solidFill>
              </a:rPr>
              <a:t>75 – 88 %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</a:rPr>
              <a:t>JS &amp; Java sample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53949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75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Heuristic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57A"/>
                </a:solidFill>
              </a:rPr>
              <a:t>~85 %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</a:rPr>
              <a:t>Matches LLM judge ranking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6118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611880"/>
            <a:ext cx="53949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75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Pipeline Hang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57A"/>
                </a:solidFill>
              </a:rPr>
              <a:t>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29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</a:rPr>
              <a:t>After AbortController fix (was 100 %)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77840"/>
            <a:ext cx="11430000" cy="91440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vs Baseline (single Anthropic, no judging):  Multi-provider selection improves best-diagram score by ~12 pts  •  Accuracy scoring exposes plausible-but-wrong reconstructions  •  CI hook reduces doc lag from days →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49039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990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First pipeline to fan-out across 5 heterogeneous LLMs and rank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Novel round-trip accuracy: source → diagram → reconstruct →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Production-grade reliability via AbortController timeout + 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Zero-dependency Node.js — drop-in CI/CD git 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3990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2024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1168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Regex source analysis misses complex AST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8892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PlantUML rendering uses a public service (not air-gapped)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Scores are noisy for very short files (&lt; 30 lines)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4340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Semantic score falls back to token Jaccard without a judge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749039" cy="5029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3990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920240"/>
            <a:ext cx="3749039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01168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Integrate tree-sitter / @babel/parser for real AST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Self-hosted PlantUML for private / air-gapped deployments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6616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Fine-tune a small model for PlantUML quality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4340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Support component, deployment &amp; state-machine diagrams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20640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</a:rPr>
              <a:t>• VS Code extension with on-save generation &amp; live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Grading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0F0"/>
                </a:solidFill>
              </a:rPr>
              <a:t>4 Points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 AI Software Diagrams Generator  |  Final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508760"/>
            <a:ext cx="13716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1508760"/>
            <a:ext cx="2286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8191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57A"/>
                </a:solidFill>
              </a:rPr>
              <a:t>Technical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62626"/>
                </a:solidFill>
              </a:rPr>
              <a:t>Depth of knowledge, ability to defend design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737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✓ Evaluated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743200"/>
            <a:ext cx="13716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2743200"/>
            <a:ext cx="2286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1635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57A"/>
                </a:solidFill>
              </a:rPr>
              <a:t>Clarity &amp; scientific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62626"/>
                </a:solidFill>
              </a:rPr>
              <a:t>Logical reasoning, precise terminology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971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 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✓ Evaluated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977639"/>
            <a:ext cx="13716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3977639"/>
            <a:ext cx="2286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5079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57A"/>
                </a:solidFill>
              </a:rPr>
              <a:t>Quality of slides &amp;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8055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62626"/>
                </a:solidFill>
              </a:rPr>
              <a:t>Professional layout, clear flow, visual aids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251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✓ Evaluated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12080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5212080"/>
            <a:ext cx="13716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5212080"/>
            <a:ext cx="2286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57A"/>
                </a:solidFill>
              </a:rPr>
              <a:t>Q&amp;A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15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62626"/>
                </a:solidFill>
              </a:rPr>
              <a:t>Answering questions accurately under pressure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440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 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✓ Evaluated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2823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Evaluation standard: depth of understanding • defending design choices • logical reasoning • professional style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0F0"/>
                </a:solidFill>
              </a:rPr>
              <a:t>Auto AI Software Diagrams Generator  —  Multi-LLM Architecture Diagram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2F2F2"/>
                </a:solidFill>
              </a:rPr>
              <a:t>github.com/mosreaty1/Auto-AI-Software-Diagrams-Generator-LLM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